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REPORT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using Python, Power BI &amp; Tableau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40233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40233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5262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526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45262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526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45262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526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731520"/>
            <a:ext cx="1554480" cy="155448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1051560"/>
            <a:ext cx="914400" cy="91440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bank loan portfolio performance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Good vs Bad loan distribution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KPIs: Applications, Funded Amount,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Received, Interest Rate, DTI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 for stakeholders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using Python libraries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60120"/>
            <a:ext cx="42976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&amp; Technologies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572768"/>
            <a:ext cx="128016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5727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160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EDA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048256"/>
            <a:ext cx="128016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0482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523744"/>
            <a:ext cx="128016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5237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99232"/>
            <a:ext cx="128016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999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treemap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474720"/>
            <a:ext cx="128016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3511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950208"/>
            <a:ext cx="1280160" cy="3200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950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600200" cy="3566160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14400"/>
            <a:ext cx="16002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" y="2468880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2560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MTD: 4.3K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MoM: 6.9%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47672" y="914400"/>
            <a:ext cx="1600200" cy="3566160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914400"/>
            <a:ext cx="1600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47672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$435.8M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130552" y="2468880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2560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MTD: $54.0M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47672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MoM: 13.0%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30752" y="914400"/>
            <a:ext cx="1600200" cy="3566160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914400"/>
            <a:ext cx="1600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30752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$473.1M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913632" y="2468880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2560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MTD: $58.1M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30752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MoM: 16.6%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13832" y="914400"/>
            <a:ext cx="1600200" cy="3566160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13832" y="914400"/>
            <a:ext cx="1600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13832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696712" y="2468880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560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MTD: 12.4%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MoM: 3.5%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96912" y="914400"/>
            <a:ext cx="1600200" cy="3566160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96912" y="914400"/>
            <a:ext cx="1600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1051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96912" y="16916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479792" y="2468880"/>
            <a:ext cx="123444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2560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MTD: 13.7%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96912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MoM: 2.7%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sourced from financial_loan_data_excel.xlsx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QUALITY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LOAN ISSUED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3566160" cy="51206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511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5511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136392"/>
            <a:ext cx="3566160" cy="51206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729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17296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$370.22M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758184"/>
            <a:ext cx="3566160" cy="512064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94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Amount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37947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$435.79M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9768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960120"/>
            <a:ext cx="429768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LOAN ISSUED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554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540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393192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511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5511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136392"/>
            <a:ext cx="393192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729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172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$65.5M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758184"/>
            <a:ext cx="393192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794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Amount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$37.3M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Status: Fully Paid → 32,145  |  Charged Off → 5,333  |  Current → 1,098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— JUPYTER NOTEBOOK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128016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426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wrangling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1280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12801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 &amp; area charts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128016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284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86784"/>
            <a:ext cx="12801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867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plotly.express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40599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treemap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353312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35331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Received Amount — area chart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12280" y="1353312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35331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Loan Applications — area chart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011680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0116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Funded Amount — area chart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12280" y="2011680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20116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State — horizontal bar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670048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6700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Loan Term — donut chart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12280" y="2670048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2008" y="26700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Emp. Length — bar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328416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3284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Loan Purpose — bar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12280" y="3328416"/>
            <a:ext cx="205740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33284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Amount by Home Ownership — treemap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7548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 Bad loan donut charts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066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 good / 13.8% bad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table with all KPIs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054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&amp; MoM comparisons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60120"/>
            <a:ext cx="27432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loan trends (line chart)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2066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 map (filled choropleth)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 donut (36 vs 60 months)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3054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length bar chart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4408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 bar chart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4041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treemap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960120"/>
            <a:ext cx="274320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Page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loan-level data table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066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by: State, Grade, Purpose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Purpose, Home Owner,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3054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Grade, Sub Grade, Issue Date,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Funded Amt, Int Rate, Installment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 on all pages: State  |  Grade  |  Purpose  |  Measure selector on Overview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75488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Loan: 89.8%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066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Loan: 10.2%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Paid: 4,389 | Charged Off: 508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054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apps, funded, received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Interest Rate &amp; DTI shown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960120"/>
            <a:ext cx="2743200" cy="475488"/>
          </a:xfrm>
          <a:prstGeom prst="rect">
            <a:avLst/>
          </a:prstGeom>
          <a:solidFill>
            <a:srgbClr val="1177B0"/>
          </a:solidFill>
          <a:ln w="12700">
            <a:solidFill>
              <a:srgbClr val="117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4408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area chart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2066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 map (Mapbox/OpenStreet)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term pie chart (29.6% vs 70.4%)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4408" y="3054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by employee length (bar)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by home ownership (treemap)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960120"/>
            <a:ext cx="2743200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table with filters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0665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by: Purpose, Grade, Verification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2560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Home Owner, Grade,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30540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 Grade, Year, Loan Amount,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35478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Rate, Installment, Total Payment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— packaged .twbx includes data  |  Mapbox map for regional analysis  |  Floating filter panels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207008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73152" cy="1207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69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Growing 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 rose consistently from Feb to Dec, peaking at 4.3K in December — a 6.9% MoM growth.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207008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73152" cy="1207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69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Strong Loan 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417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 of loans are classified as Good (Fully Paid or Current), indicating a healthy portfolio.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331720"/>
            <a:ext cx="4206240" cy="1207008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31720"/>
            <a:ext cx="73152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441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Ownership Trend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" y="2788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and MORTGAGE borrowers dominate the portfolio, together accounting for the majority of funded amounts.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206240" cy="1207008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31720"/>
            <a:ext cx="73152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41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Experienced Borrowers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788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with 10+ years of employment receive the highest funded amounts ($17.7M), showing creditworthiness correlation.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703320"/>
            <a:ext cx="4206240" cy="1207008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03320"/>
            <a:ext cx="7315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813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Top Loan Purpose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" y="4160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consolidation is the #1 reason for loans, far outpacing credit cards, home improvement, and other purposes.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03320"/>
            <a:ext cx="4206240" cy="1207008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03320"/>
            <a:ext cx="73152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813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Loan Term Split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4160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loans account for ~70% of the portfolio by amount, showing borrower preference for longer repayment periods.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Bank-Loan-Report-Dashboard/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82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📄 README.md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Python/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Bank_Loan_Project.ipynb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79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PowerBI/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Bank_Loan_Report.pbix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381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Tableau/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Bank_Loan_Tableau.twbx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77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📁 Dataset/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financial_loan_data.xlsx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to GitHub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310896" cy="31089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527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repo on github.com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984248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002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file → Create new file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459736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478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Python/README.md to create folder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93522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PowerBI/ and Tableau/ folders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410712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429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.ipynb, .pbix, .twbx, .xlsx files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886200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904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full README.md content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4361688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3799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topics &amp; publish!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2286000"/>
            <a:ext cx="3200400" cy="3200400"/>
          </a:xfrm>
          <a:prstGeom prst="ellipse">
            <a:avLst/>
          </a:prstGeom>
          <a:solidFill>
            <a:srgbClr val="1A56DB">
              <a:alpha val="1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Anushri Singh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0" y="2606040"/>
            <a:ext cx="457200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Report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186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Power BI  •  Tableau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3794760"/>
            <a:ext cx="54864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4187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  •  💼 LinkedIn  •  📧 Email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Report Dashboard</dc:title>
  <dc:subject>PptxGenJS Presentation</dc:subject>
  <dc:creator>Anushri Singh</dc:creator>
  <cp:lastModifiedBy>Anushri Singh</cp:lastModifiedBy>
  <cp:revision>1</cp:revision>
  <dcterms:created xsi:type="dcterms:W3CDTF">2026-05-23T20:28:25Z</dcterms:created>
  <dcterms:modified xsi:type="dcterms:W3CDTF">2026-05-23T20:28:25Z</dcterms:modified>
</cp:coreProperties>
</file>